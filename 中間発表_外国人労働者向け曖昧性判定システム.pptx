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外国人労働者のための</a:t>
            </a:r>
            <a:br/>
            <a:r>
              <a:t>日本語ビジネス指示文の曖昧性判定システム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〜 BERT二値分類モデルによる明確性自動判定 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発表開始時刻　○○:○○</a:t>
            </a:r>
            <a:br/>
            <a:r>
              <a:t>○○_TK230422_坂井壱謙（さかいいっけん）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背景・目的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【背景】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■ 日本の職場における曖昧な指示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　　「例の件、早めに対応しといて」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　　「いい感じにまとめといて」</a:t>
            </a:r>
          </a:p>
          <a:p>
            <a:pPr>
              <a:defRPr sz="800"/>
            </a:pPr>
          </a:p>
          <a:p>
            <a:pPr>
              <a:defRPr sz="1600" b="1"/>
            </a:pPr>
            <a:r>
              <a:t>■ 外国人労働者が感じる困難</a:t>
            </a:r>
          </a:p>
          <a:p>
            <a:pPr>
              <a:defRPr sz="1400"/>
            </a:pPr>
            <a:r>
              <a:t>　　→「何を」「いつまでに」が不明確</a:t>
            </a:r>
          </a:p>
          <a:p>
            <a:pPr>
              <a:defRPr sz="1400"/>
            </a:pPr>
            <a:r>
              <a:t>　　→ ミスコミュニケーションの原因（安部, 2018）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【目的】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BERTを用いて指示文の「明確/曖昧」を自動判定</a:t>
            </a:r>
          </a:p>
          <a:p>
            <a:pPr>
              <a:defRPr sz="1600">
                <a:solidFill>
                  <a:srgbClr val="006699"/>
                </a:solidFill>
              </a:defRPr>
            </a:pPr>
            <a:r>
              <a:t>→ 曖昧な指示をリアルタイムで検出・改善支援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【手法】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モデル: BERT (cl-tohoku/bert-base-japanese-v3)</a:t>
            </a:r>
          </a:p>
          <a:p>
            <a:pPr>
              <a:defRPr sz="1600"/>
            </a:pPr>
            <a:r>
              <a:t>タスク: 二値分類（明確 vs 曖昧）</a:t>
            </a:r>
          </a:p>
          <a:p>
            <a:pPr>
              <a:defRPr sz="800"/>
            </a:pPr>
          </a:p>
          <a:p>
            <a:pPr>
              <a:defRPr sz="1800" b="1">
                <a:solidFill>
                  <a:srgbClr val="006699"/>
                </a:solidFill>
              </a:defRPr>
            </a:pPr>
            <a:r>
              <a:t>入力: ビジネス指示文  →  出力: 明確 / 曖昧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【学習データセット】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・総データ数: 2,000件（明確:曖昧 = 50:50）</a:t>
            </a:r>
          </a:p>
          <a:p>
            <a:pPr>
              <a:defRPr sz="1600"/>
            </a:pPr>
            <a:r>
              <a:t>・分割: Train 1,600 / Val 200 / Test 200</a:t>
            </a:r>
          </a:p>
          <a:p>
            <a:pPr>
              <a:defRPr sz="1600"/>
            </a:pPr>
            <a:r>
              <a:t>・10業種 × 多様なシチュエーション × 3種類の口調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結果（進捗報告）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【進捗状況】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✅ 完了</a:t>
            </a:r>
          </a:p>
          <a:p>
            <a:pPr>
              <a:defRPr sz="1400"/>
            </a:pPr>
            <a:r>
              <a:t>・データセット構築（2,000件）</a:t>
            </a:r>
          </a:p>
          <a:p>
            <a:pPr>
              <a:defRPr sz="1400"/>
            </a:pPr>
            <a:r>
              <a:t>・アノテーション基準策定</a:t>
            </a:r>
          </a:p>
          <a:p>
            <a:pPr>
              <a:defRPr sz="1400"/>
            </a:pPr>
            <a:r>
              <a:t>・品質チェック完了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4630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08080"/>
                </a:solidFill>
              </a:defRPr>
            </a:pPr>
            <a:r>
              <a:t>⬜ 未着手</a:t>
            </a:r>
          </a:p>
          <a:p>
            <a:pPr>
              <a:defRPr sz="1400"/>
            </a:pPr>
            <a:r>
              <a:t>・BERTモデル学習</a:t>
            </a:r>
          </a:p>
          <a:p>
            <a:pPr>
              <a:defRPr sz="1400"/>
            </a:pPr>
            <a:r>
              <a:t>・モデル評価</a:t>
            </a:r>
          </a:p>
          <a:p>
            <a:pPr>
              <a:defRPr sz="1400"/>
            </a:pPr>
            <a:r>
              <a:t>・デモアプリ開発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99"/>
                </a:solidFill>
              </a:defRPr>
            </a:pPr>
            <a:r>
              <a:t>【データ統計】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・文字数: 10〜49字（平均24.2字）</a:t>
            </a:r>
          </a:p>
          <a:p>
            <a:pPr>
              <a:defRPr sz="1600"/>
            </a:pPr>
            <a:r>
              <a:t>・ラベルバランス: 完全に50:50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まとめ・考察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【現状まとめ】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・高品質なデータセット構築完了</a:t>
            </a:r>
          </a:p>
          <a:p>
            <a:pPr>
              <a:defRPr sz="1400"/>
            </a:pPr>
            <a:r>
              <a:t>・モデル学習は次フェーズで実施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【予想される結果】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・目標: F1スコア 85%以上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【本番までの計画】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12月中旬　　　│　　12月下旬　　　│　　1月上旬</a:t>
            </a:r>
          </a:p>
          <a:p>
            <a:pPr>
              <a:defRPr sz="1400"/>
            </a:pPr>
            <a:r>
              <a:t>─────────────┼─────────────────┼───────────────</a:t>
            </a:r>
          </a:p>
          <a:p>
            <a:pPr>
              <a:defRPr sz="1400"/>
            </a:pPr>
            <a:r>
              <a:t>BERT学習　　　│　　評価・分析　　│　　デモアプリ</a:t>
            </a:r>
          </a:p>
          <a:p>
            <a:pPr>
              <a:defRPr sz="1400"/>
            </a:pPr>
            <a:r>
              <a:t>パラメータ調整│　　結果考察　　　│　　発表準備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APPENDIX: ラベル定義詳細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Label 0（明確）: What + When が両方具体的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例:「今日17時までにA社の見積書をPDFで作成して」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　　→ 期限・対象・形式が全て明確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Label 1（曖昧）: What または When が欠如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例:「例の件、早めに対応しといて」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　　→「例の件」が不明、「早めに」が主観的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【判定基準】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項目　　　│　曖昧（×）　　　　　│　明確（○）</a:t>
            </a:r>
          </a:p>
          <a:p>
            <a:pPr>
              <a:defRPr sz="1200"/>
            </a:pPr>
            <a:r>
              <a:t>────────┼────────────────────┼────────────────────</a:t>
            </a:r>
          </a:p>
          <a:p>
            <a:pPr>
              <a:defRPr sz="1200"/>
            </a:pPr>
            <a:r>
              <a:t>動詞　　　│　対応する、処理する　│　メール送る、印刷する</a:t>
            </a:r>
          </a:p>
          <a:p>
            <a:pPr>
              <a:defRPr sz="1200"/>
            </a:pPr>
            <a:r>
              <a:t>対象　　　│　例の件、あの資料　　│　A社の請求書</a:t>
            </a:r>
          </a:p>
          <a:p>
            <a:pPr>
              <a:defRPr sz="1200"/>
            </a:pPr>
            <a:r>
              <a:t>期限　　　│　なる早、早めに　　　│　15時までに、今日中に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APPENDIX: 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1. 安部陽子 (2018). 「日本での就労時に留学生が持つ違和感の調査報告：</a:t>
            </a:r>
            <a:br/>
            <a:r>
              <a:t>　　日本人学生との対照分析を通して」, 地球社会統合科学研究, 第8号, pp.1-12.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2. 宗甜甜 (2021). 「ビジネス場面における日本語の『断り』に関する研究」,</a:t>
            </a:r>
            <a:br/>
            <a:r>
              <a:t>　　博士論文（日本大学）.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3. 東中竜一郎 他 (2016). 「テキストチャットを用いた雑談対話コーパスの</a:t>
            </a:r>
            <a:br/>
            <a:r>
              <a:t>　　構築と対話破綻の分析」, 自然言語処理, Vol.23, No.1.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4. 奥村学, 田中穂積 (1989). 「自然言語解析における意味的曖昧性を増進的に</a:t>
            </a:r>
            <a:br/>
            <a:r>
              <a:t>　　解消する計算モデル」, 人工知能学会誌, Vol.4, No.6.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5. Devlin, J., Chang, M. W., Lee, K., &amp; Toutanova, K. (2018).</a:t>
            </a:r>
            <a:br/>
            <a:r>
              <a:t>　　"BERT: Pre-training of Deep Bidirectional Transformers for</a:t>
            </a:r>
            <a:br/>
            <a:r>
              <a:t>　　Language Understanding." arXiv preprint arXiv:1810.04805.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